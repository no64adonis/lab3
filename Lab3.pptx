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68" r:id="rId11"/>
    <p:sldId id="270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9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6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C27F12-539C-483D-BEF0-64CC37258890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6E4852E3-9E0D-4C44-AAB5-81C948C43099}" type="pres">
      <dgm:prSet presAssocID="{8DC27F12-539C-483D-BEF0-64CC37258890}" presName="rootnode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CE2C7AE5-DE02-496C-A960-7081CBC4D408}" type="presOf" srcId="{8DC27F12-539C-483D-BEF0-64CC37258890}" destId="{6E4852E3-9E0D-4C44-AAB5-81C948C4309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1467D4-7472-4EB8-8158-2E6DD86DD66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338D05-9D6A-44FC-A695-81785EEA7510}">
      <dgm:prSet phldrT="[Text]" phldr="0"/>
      <dgm:spPr/>
      <dgm:t>
        <a:bodyPr/>
        <a:lstStyle/>
        <a:p>
          <a:r>
            <a:rPr lang="en-US" dirty="0"/>
            <a:t>20 </a:t>
          </a:r>
          <a:r>
            <a:rPr lang="en-US" dirty="0" err="1"/>
            <a:t>Usecase</a:t>
          </a:r>
          <a:endParaRPr lang="en-US" dirty="0"/>
        </a:p>
      </dgm:t>
    </dgm:pt>
    <dgm:pt modelId="{6F9F70A3-6C2A-454E-BF52-174A90EEC6B9}" type="parTrans" cxnId="{38D505AA-8543-47B4-B53D-99AA1C840222}">
      <dgm:prSet/>
      <dgm:spPr/>
      <dgm:t>
        <a:bodyPr/>
        <a:lstStyle/>
        <a:p>
          <a:endParaRPr lang="en-US"/>
        </a:p>
      </dgm:t>
    </dgm:pt>
    <dgm:pt modelId="{DF802B87-BA36-4AFA-A5C2-B48481C01362}" type="sibTrans" cxnId="{38D505AA-8543-47B4-B53D-99AA1C840222}">
      <dgm:prSet/>
      <dgm:spPr/>
      <dgm:t>
        <a:bodyPr/>
        <a:lstStyle/>
        <a:p>
          <a:endParaRPr lang="en-US"/>
        </a:p>
      </dgm:t>
    </dgm:pt>
    <dgm:pt modelId="{521FBD01-B0C6-4D9B-9A2E-3ED73068E5A4}">
      <dgm:prSet phldrT="[Text]" phldr="0"/>
      <dgm:spPr/>
      <dgm:t>
        <a:bodyPr/>
        <a:lstStyle/>
        <a:p>
          <a:r>
            <a:rPr lang="en-US" dirty="0"/>
            <a:t>12 User</a:t>
          </a:r>
        </a:p>
      </dgm:t>
    </dgm:pt>
    <dgm:pt modelId="{EF54D273-80C0-4298-AF53-E76F6C18275B}" type="parTrans" cxnId="{7929E98D-E574-4E70-8BA3-1BDDED4F4B54}">
      <dgm:prSet/>
      <dgm:spPr/>
      <dgm:t>
        <a:bodyPr/>
        <a:lstStyle/>
        <a:p>
          <a:endParaRPr lang="en-US"/>
        </a:p>
      </dgm:t>
    </dgm:pt>
    <dgm:pt modelId="{DC580DFC-E95A-4F6C-9787-D089C63C94D2}" type="sibTrans" cxnId="{7929E98D-E574-4E70-8BA3-1BDDED4F4B54}">
      <dgm:prSet/>
      <dgm:spPr/>
      <dgm:t>
        <a:bodyPr/>
        <a:lstStyle/>
        <a:p>
          <a:endParaRPr lang="en-US"/>
        </a:p>
      </dgm:t>
    </dgm:pt>
    <dgm:pt modelId="{EFDC2546-88B2-4401-8B0B-C8B1EACF93AF}">
      <dgm:prSet phldrT="[Text]" phldr="0"/>
      <dgm:spPr/>
      <dgm:t>
        <a:bodyPr/>
        <a:lstStyle/>
        <a:p>
          <a:r>
            <a:rPr lang="en-US" dirty="0"/>
            <a:t>8 Admin</a:t>
          </a:r>
        </a:p>
      </dgm:t>
    </dgm:pt>
    <dgm:pt modelId="{8DE5689D-52D7-43BE-818F-D718432EA197}" type="parTrans" cxnId="{EF5BDB3D-4DC8-4928-96F1-CC536C070798}">
      <dgm:prSet/>
      <dgm:spPr/>
      <dgm:t>
        <a:bodyPr/>
        <a:lstStyle/>
        <a:p>
          <a:endParaRPr lang="en-US"/>
        </a:p>
      </dgm:t>
    </dgm:pt>
    <dgm:pt modelId="{DA68C051-FE5D-4005-B3E4-2DC848815160}" type="sibTrans" cxnId="{EF5BDB3D-4DC8-4928-96F1-CC536C070798}">
      <dgm:prSet/>
      <dgm:spPr/>
      <dgm:t>
        <a:bodyPr/>
        <a:lstStyle/>
        <a:p>
          <a:endParaRPr lang="en-US"/>
        </a:p>
      </dgm:t>
    </dgm:pt>
    <dgm:pt modelId="{986E58BF-0B5D-42B6-9E8A-96EFA19B8C09}" type="pres">
      <dgm:prSet presAssocID="{D41467D4-7472-4EB8-8158-2E6DD86DD6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29FE17-3335-4FE2-9502-4E9B7F808B83}" type="pres">
      <dgm:prSet presAssocID="{D2338D05-9D6A-44FC-A695-81785EEA7510}" presName="hierRoot1" presStyleCnt="0"/>
      <dgm:spPr/>
    </dgm:pt>
    <dgm:pt modelId="{A62261B6-08B9-4DC8-BE5B-3DC1DC4F922B}" type="pres">
      <dgm:prSet presAssocID="{D2338D05-9D6A-44FC-A695-81785EEA7510}" presName="composite" presStyleCnt="0"/>
      <dgm:spPr/>
    </dgm:pt>
    <dgm:pt modelId="{AC4E6EF4-CA32-4B17-888C-A0F6A22B3EF1}" type="pres">
      <dgm:prSet presAssocID="{D2338D05-9D6A-44FC-A695-81785EEA7510}" presName="background" presStyleLbl="node0" presStyleIdx="0" presStyleCnt="1"/>
      <dgm:spPr/>
    </dgm:pt>
    <dgm:pt modelId="{2D675C6B-4411-4408-815E-369288C49BFC}" type="pres">
      <dgm:prSet presAssocID="{D2338D05-9D6A-44FC-A695-81785EEA7510}" presName="text" presStyleLbl="fgAcc0" presStyleIdx="0" presStyleCnt="1">
        <dgm:presLayoutVars>
          <dgm:chPref val="3"/>
        </dgm:presLayoutVars>
      </dgm:prSet>
      <dgm:spPr/>
    </dgm:pt>
    <dgm:pt modelId="{153B1B00-126F-4768-8577-01884B53A28E}" type="pres">
      <dgm:prSet presAssocID="{D2338D05-9D6A-44FC-A695-81785EEA7510}" presName="hierChild2" presStyleCnt="0"/>
      <dgm:spPr/>
    </dgm:pt>
    <dgm:pt modelId="{313F3CF7-93A0-4DC1-B5BA-1DFD96C41292}" type="pres">
      <dgm:prSet presAssocID="{EF54D273-80C0-4298-AF53-E76F6C18275B}" presName="Name10" presStyleLbl="parChTrans1D2" presStyleIdx="0" presStyleCnt="2"/>
      <dgm:spPr/>
    </dgm:pt>
    <dgm:pt modelId="{43A54C80-B06A-48CC-8201-8E51D5B8725C}" type="pres">
      <dgm:prSet presAssocID="{521FBD01-B0C6-4D9B-9A2E-3ED73068E5A4}" presName="hierRoot2" presStyleCnt="0"/>
      <dgm:spPr/>
    </dgm:pt>
    <dgm:pt modelId="{5BBB7052-9AA1-4A2A-B185-8D5DF3D529BE}" type="pres">
      <dgm:prSet presAssocID="{521FBD01-B0C6-4D9B-9A2E-3ED73068E5A4}" presName="composite2" presStyleCnt="0"/>
      <dgm:spPr/>
    </dgm:pt>
    <dgm:pt modelId="{C204E395-3077-4E34-A37D-30B73CB3624E}" type="pres">
      <dgm:prSet presAssocID="{521FBD01-B0C6-4D9B-9A2E-3ED73068E5A4}" presName="background2" presStyleLbl="node2" presStyleIdx="0" presStyleCnt="2"/>
      <dgm:spPr/>
    </dgm:pt>
    <dgm:pt modelId="{783CFDC9-5996-4F93-8BC6-5BFCEE5EC472}" type="pres">
      <dgm:prSet presAssocID="{521FBD01-B0C6-4D9B-9A2E-3ED73068E5A4}" presName="text2" presStyleLbl="fgAcc2" presStyleIdx="0" presStyleCnt="2">
        <dgm:presLayoutVars>
          <dgm:chPref val="3"/>
        </dgm:presLayoutVars>
      </dgm:prSet>
      <dgm:spPr/>
    </dgm:pt>
    <dgm:pt modelId="{84F30C3C-E8DE-4E59-89FA-41AF04E8834A}" type="pres">
      <dgm:prSet presAssocID="{521FBD01-B0C6-4D9B-9A2E-3ED73068E5A4}" presName="hierChild3" presStyleCnt="0"/>
      <dgm:spPr/>
    </dgm:pt>
    <dgm:pt modelId="{9566C803-548E-41E5-A1FE-F69C62536732}" type="pres">
      <dgm:prSet presAssocID="{8DE5689D-52D7-43BE-818F-D718432EA197}" presName="Name10" presStyleLbl="parChTrans1D2" presStyleIdx="1" presStyleCnt="2"/>
      <dgm:spPr/>
    </dgm:pt>
    <dgm:pt modelId="{0C32A55F-093A-4EC1-A3DE-11DAD69334F3}" type="pres">
      <dgm:prSet presAssocID="{EFDC2546-88B2-4401-8B0B-C8B1EACF93AF}" presName="hierRoot2" presStyleCnt="0"/>
      <dgm:spPr/>
    </dgm:pt>
    <dgm:pt modelId="{4294CF83-AA0E-4872-80C7-F58E810FA1C8}" type="pres">
      <dgm:prSet presAssocID="{EFDC2546-88B2-4401-8B0B-C8B1EACF93AF}" presName="composite2" presStyleCnt="0"/>
      <dgm:spPr/>
    </dgm:pt>
    <dgm:pt modelId="{D5DA9995-C4FE-4013-8FAB-5AE04DC37833}" type="pres">
      <dgm:prSet presAssocID="{EFDC2546-88B2-4401-8B0B-C8B1EACF93AF}" presName="background2" presStyleLbl="node2" presStyleIdx="1" presStyleCnt="2"/>
      <dgm:spPr/>
    </dgm:pt>
    <dgm:pt modelId="{49DAADCC-C85E-4A37-B3FE-2BEDE806E0F5}" type="pres">
      <dgm:prSet presAssocID="{EFDC2546-88B2-4401-8B0B-C8B1EACF93AF}" presName="text2" presStyleLbl="fgAcc2" presStyleIdx="1" presStyleCnt="2">
        <dgm:presLayoutVars>
          <dgm:chPref val="3"/>
        </dgm:presLayoutVars>
      </dgm:prSet>
      <dgm:spPr/>
    </dgm:pt>
    <dgm:pt modelId="{BA5FE1E0-9002-46C8-8479-84B81EC524B7}" type="pres">
      <dgm:prSet presAssocID="{EFDC2546-88B2-4401-8B0B-C8B1EACF93AF}" presName="hierChild3" presStyleCnt="0"/>
      <dgm:spPr/>
    </dgm:pt>
  </dgm:ptLst>
  <dgm:cxnLst>
    <dgm:cxn modelId="{AD454C0B-3E20-42D6-BC47-98637C11E6D8}" type="presOf" srcId="{EF54D273-80C0-4298-AF53-E76F6C18275B}" destId="{313F3CF7-93A0-4DC1-B5BA-1DFD96C41292}" srcOrd="0" destOrd="0" presId="urn:microsoft.com/office/officeart/2005/8/layout/hierarchy1"/>
    <dgm:cxn modelId="{7E348C1A-5FA3-45A3-8B73-5A4D056914D2}" type="presOf" srcId="{8DE5689D-52D7-43BE-818F-D718432EA197}" destId="{9566C803-548E-41E5-A1FE-F69C62536732}" srcOrd="0" destOrd="0" presId="urn:microsoft.com/office/officeart/2005/8/layout/hierarchy1"/>
    <dgm:cxn modelId="{20388930-633D-46DA-8E52-018DD11FE93F}" type="presOf" srcId="{D41467D4-7472-4EB8-8158-2E6DD86DD665}" destId="{986E58BF-0B5D-42B6-9E8A-96EFA19B8C09}" srcOrd="0" destOrd="0" presId="urn:microsoft.com/office/officeart/2005/8/layout/hierarchy1"/>
    <dgm:cxn modelId="{EF5BDB3D-4DC8-4928-96F1-CC536C070798}" srcId="{D2338D05-9D6A-44FC-A695-81785EEA7510}" destId="{EFDC2546-88B2-4401-8B0B-C8B1EACF93AF}" srcOrd="1" destOrd="0" parTransId="{8DE5689D-52D7-43BE-818F-D718432EA197}" sibTransId="{DA68C051-FE5D-4005-B3E4-2DC848815160}"/>
    <dgm:cxn modelId="{2D220F59-840B-491E-925A-08AF8CED579C}" type="presOf" srcId="{D2338D05-9D6A-44FC-A695-81785EEA7510}" destId="{2D675C6B-4411-4408-815E-369288C49BFC}" srcOrd="0" destOrd="0" presId="urn:microsoft.com/office/officeart/2005/8/layout/hierarchy1"/>
    <dgm:cxn modelId="{76CC887E-CADD-40D3-963E-7A8AC8E2D5FC}" type="presOf" srcId="{521FBD01-B0C6-4D9B-9A2E-3ED73068E5A4}" destId="{783CFDC9-5996-4F93-8BC6-5BFCEE5EC472}" srcOrd="0" destOrd="0" presId="urn:microsoft.com/office/officeart/2005/8/layout/hierarchy1"/>
    <dgm:cxn modelId="{7929E98D-E574-4E70-8BA3-1BDDED4F4B54}" srcId="{D2338D05-9D6A-44FC-A695-81785EEA7510}" destId="{521FBD01-B0C6-4D9B-9A2E-3ED73068E5A4}" srcOrd="0" destOrd="0" parTransId="{EF54D273-80C0-4298-AF53-E76F6C18275B}" sibTransId="{DC580DFC-E95A-4F6C-9787-D089C63C94D2}"/>
    <dgm:cxn modelId="{A2F1EA9A-6CD3-48C0-8657-3D545EB3FE42}" type="presOf" srcId="{EFDC2546-88B2-4401-8B0B-C8B1EACF93AF}" destId="{49DAADCC-C85E-4A37-B3FE-2BEDE806E0F5}" srcOrd="0" destOrd="0" presId="urn:microsoft.com/office/officeart/2005/8/layout/hierarchy1"/>
    <dgm:cxn modelId="{38D505AA-8543-47B4-B53D-99AA1C840222}" srcId="{D41467D4-7472-4EB8-8158-2E6DD86DD665}" destId="{D2338D05-9D6A-44FC-A695-81785EEA7510}" srcOrd="0" destOrd="0" parTransId="{6F9F70A3-6C2A-454E-BF52-174A90EEC6B9}" sibTransId="{DF802B87-BA36-4AFA-A5C2-B48481C01362}"/>
    <dgm:cxn modelId="{9795B634-23CE-433A-99DA-259D23092E1A}" type="presParOf" srcId="{986E58BF-0B5D-42B6-9E8A-96EFA19B8C09}" destId="{9629FE17-3335-4FE2-9502-4E9B7F808B83}" srcOrd="0" destOrd="0" presId="urn:microsoft.com/office/officeart/2005/8/layout/hierarchy1"/>
    <dgm:cxn modelId="{4E2BD6EF-094F-4884-9970-7D5BB741C7F3}" type="presParOf" srcId="{9629FE17-3335-4FE2-9502-4E9B7F808B83}" destId="{A62261B6-08B9-4DC8-BE5B-3DC1DC4F922B}" srcOrd="0" destOrd="0" presId="urn:microsoft.com/office/officeart/2005/8/layout/hierarchy1"/>
    <dgm:cxn modelId="{E220AD1F-4A4F-4A95-8E37-01A637A22E9C}" type="presParOf" srcId="{A62261B6-08B9-4DC8-BE5B-3DC1DC4F922B}" destId="{AC4E6EF4-CA32-4B17-888C-A0F6A22B3EF1}" srcOrd="0" destOrd="0" presId="urn:microsoft.com/office/officeart/2005/8/layout/hierarchy1"/>
    <dgm:cxn modelId="{2D928C6C-393D-43B5-85E2-0AAF86FD2EA2}" type="presParOf" srcId="{A62261B6-08B9-4DC8-BE5B-3DC1DC4F922B}" destId="{2D675C6B-4411-4408-815E-369288C49BFC}" srcOrd="1" destOrd="0" presId="urn:microsoft.com/office/officeart/2005/8/layout/hierarchy1"/>
    <dgm:cxn modelId="{87B8D36B-17D5-4965-BF96-3C8907E3243D}" type="presParOf" srcId="{9629FE17-3335-4FE2-9502-4E9B7F808B83}" destId="{153B1B00-126F-4768-8577-01884B53A28E}" srcOrd="1" destOrd="0" presId="urn:microsoft.com/office/officeart/2005/8/layout/hierarchy1"/>
    <dgm:cxn modelId="{6BFBBA7F-812F-47F7-A415-F9A3825CDD93}" type="presParOf" srcId="{153B1B00-126F-4768-8577-01884B53A28E}" destId="{313F3CF7-93A0-4DC1-B5BA-1DFD96C41292}" srcOrd="0" destOrd="0" presId="urn:microsoft.com/office/officeart/2005/8/layout/hierarchy1"/>
    <dgm:cxn modelId="{7EB3C27A-1E54-45F5-88ED-68092E5020B9}" type="presParOf" srcId="{153B1B00-126F-4768-8577-01884B53A28E}" destId="{43A54C80-B06A-48CC-8201-8E51D5B8725C}" srcOrd="1" destOrd="0" presId="urn:microsoft.com/office/officeart/2005/8/layout/hierarchy1"/>
    <dgm:cxn modelId="{CA8DA1C4-E213-4562-A738-CB44D02F3548}" type="presParOf" srcId="{43A54C80-B06A-48CC-8201-8E51D5B8725C}" destId="{5BBB7052-9AA1-4A2A-B185-8D5DF3D529BE}" srcOrd="0" destOrd="0" presId="urn:microsoft.com/office/officeart/2005/8/layout/hierarchy1"/>
    <dgm:cxn modelId="{CC06FC03-CC73-415B-938E-E7721A7D81D1}" type="presParOf" srcId="{5BBB7052-9AA1-4A2A-B185-8D5DF3D529BE}" destId="{C204E395-3077-4E34-A37D-30B73CB3624E}" srcOrd="0" destOrd="0" presId="urn:microsoft.com/office/officeart/2005/8/layout/hierarchy1"/>
    <dgm:cxn modelId="{CCA006CB-900C-4C76-83DE-31919DD53EDD}" type="presParOf" srcId="{5BBB7052-9AA1-4A2A-B185-8D5DF3D529BE}" destId="{783CFDC9-5996-4F93-8BC6-5BFCEE5EC472}" srcOrd="1" destOrd="0" presId="urn:microsoft.com/office/officeart/2005/8/layout/hierarchy1"/>
    <dgm:cxn modelId="{A53EC90B-AC16-4404-8DB8-4AD9B27AA35A}" type="presParOf" srcId="{43A54C80-B06A-48CC-8201-8E51D5B8725C}" destId="{84F30C3C-E8DE-4E59-89FA-41AF04E8834A}" srcOrd="1" destOrd="0" presId="urn:microsoft.com/office/officeart/2005/8/layout/hierarchy1"/>
    <dgm:cxn modelId="{2095C0C2-DA94-4C04-A5E6-D7FA1CC42227}" type="presParOf" srcId="{153B1B00-126F-4768-8577-01884B53A28E}" destId="{9566C803-548E-41E5-A1FE-F69C62536732}" srcOrd="2" destOrd="0" presId="urn:microsoft.com/office/officeart/2005/8/layout/hierarchy1"/>
    <dgm:cxn modelId="{2ACD4C21-01CF-4297-BF97-1531083D7104}" type="presParOf" srcId="{153B1B00-126F-4768-8577-01884B53A28E}" destId="{0C32A55F-093A-4EC1-A3DE-11DAD69334F3}" srcOrd="3" destOrd="0" presId="urn:microsoft.com/office/officeart/2005/8/layout/hierarchy1"/>
    <dgm:cxn modelId="{F11B54E9-7138-4FD7-ABC3-1E968C2BE77F}" type="presParOf" srcId="{0C32A55F-093A-4EC1-A3DE-11DAD69334F3}" destId="{4294CF83-AA0E-4872-80C7-F58E810FA1C8}" srcOrd="0" destOrd="0" presId="urn:microsoft.com/office/officeart/2005/8/layout/hierarchy1"/>
    <dgm:cxn modelId="{9329B252-CB40-4441-B9D7-33DD088A6C78}" type="presParOf" srcId="{4294CF83-AA0E-4872-80C7-F58E810FA1C8}" destId="{D5DA9995-C4FE-4013-8FAB-5AE04DC37833}" srcOrd="0" destOrd="0" presId="urn:microsoft.com/office/officeart/2005/8/layout/hierarchy1"/>
    <dgm:cxn modelId="{DF0AFBC4-0B36-482F-8A42-986C3F672BB5}" type="presParOf" srcId="{4294CF83-AA0E-4872-80C7-F58E810FA1C8}" destId="{49DAADCC-C85E-4A37-B3FE-2BEDE806E0F5}" srcOrd="1" destOrd="0" presId="urn:microsoft.com/office/officeart/2005/8/layout/hierarchy1"/>
    <dgm:cxn modelId="{A7F58264-28F0-49ED-B0FB-1003445CDBF6}" type="presParOf" srcId="{0C32A55F-093A-4EC1-A3DE-11DAD69334F3}" destId="{BA5FE1E0-9002-46C8-8479-84B81EC524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36193E-4F6D-44FA-A43D-D612346A417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B4C78B-F909-4632-B2FB-EE639A72CB67}">
      <dgm:prSet phldrT="[Text]"/>
      <dgm:spPr/>
      <dgm:t>
        <a:bodyPr/>
        <a:lstStyle/>
        <a:p>
          <a:r>
            <a:rPr lang="vi-VN" dirty="0"/>
            <a:t>Tính bảo </a:t>
          </a:r>
          <a:r>
            <a:rPr lang="en-US" altLang="ja-JP" dirty="0" err="1"/>
            <a:t>mật</a:t>
          </a:r>
          <a:endParaRPr lang="en-US" dirty="0"/>
        </a:p>
      </dgm:t>
    </dgm:pt>
    <dgm:pt modelId="{96481D60-2AAA-47D7-9687-1E7D222462B7}" type="parTrans" cxnId="{28E00E19-1374-4839-8C9B-90880A5952F4}">
      <dgm:prSet/>
      <dgm:spPr/>
      <dgm:t>
        <a:bodyPr/>
        <a:lstStyle/>
        <a:p>
          <a:endParaRPr lang="en-US"/>
        </a:p>
      </dgm:t>
    </dgm:pt>
    <dgm:pt modelId="{0EB8480C-9B1D-4A97-A8E7-68CF9EDFF91D}" type="sibTrans" cxnId="{28E00E19-1374-4839-8C9B-90880A5952F4}">
      <dgm:prSet/>
      <dgm:spPr/>
      <dgm:t>
        <a:bodyPr/>
        <a:lstStyle/>
        <a:p>
          <a:endParaRPr lang="en-US"/>
        </a:p>
      </dgm:t>
    </dgm:pt>
    <dgm:pt modelId="{446B6996-4F74-460B-853F-4B21295D58A1}">
      <dgm:prSet phldrT="[Text]"/>
      <dgm:spPr/>
      <dgm:t>
        <a:bodyPr/>
        <a:lstStyle/>
        <a:p>
          <a:r>
            <a:rPr lang="vi-VN" dirty="0"/>
            <a:t>Mật khẩu được mã hóa trong DB</a:t>
          </a:r>
          <a:endParaRPr lang="en-US" dirty="0"/>
        </a:p>
      </dgm:t>
    </dgm:pt>
    <dgm:pt modelId="{85696FF2-3437-4DD6-9BD5-C76B80F52427}" type="parTrans" cxnId="{06DB4820-32BC-4F5C-B340-5B80E131D1F7}">
      <dgm:prSet/>
      <dgm:spPr/>
      <dgm:t>
        <a:bodyPr/>
        <a:lstStyle/>
        <a:p>
          <a:endParaRPr lang="en-US"/>
        </a:p>
      </dgm:t>
    </dgm:pt>
    <dgm:pt modelId="{43CB6441-29E7-4ED2-9F4A-579F1D217209}" type="sibTrans" cxnId="{06DB4820-32BC-4F5C-B340-5B80E131D1F7}">
      <dgm:prSet/>
      <dgm:spPr/>
      <dgm:t>
        <a:bodyPr/>
        <a:lstStyle/>
        <a:p>
          <a:endParaRPr lang="en-US"/>
        </a:p>
      </dgm:t>
    </dgm:pt>
    <dgm:pt modelId="{8BDAE599-6711-4011-B6FE-A7F9CE61AB21}">
      <dgm:prSet phldrT="[Text]"/>
      <dgm:spPr/>
      <dgm:t>
        <a:bodyPr/>
        <a:lstStyle/>
        <a:p>
          <a:r>
            <a:rPr lang="vi-VN" dirty="0"/>
            <a:t>Tính sẵn sàng</a:t>
          </a:r>
          <a:endParaRPr lang="en-US" dirty="0"/>
        </a:p>
      </dgm:t>
    </dgm:pt>
    <dgm:pt modelId="{32C4ACEF-846D-460E-8F4D-A43FA12E83ED}" type="parTrans" cxnId="{BFF90F55-3C99-4476-9F09-BBE8DFC69FD0}">
      <dgm:prSet/>
      <dgm:spPr/>
      <dgm:t>
        <a:bodyPr/>
        <a:lstStyle/>
        <a:p>
          <a:endParaRPr lang="en-US"/>
        </a:p>
      </dgm:t>
    </dgm:pt>
    <dgm:pt modelId="{E1C0F1AD-ED33-4B5C-B9CE-9E4B7BF6CE22}" type="sibTrans" cxnId="{BFF90F55-3C99-4476-9F09-BBE8DFC69FD0}">
      <dgm:prSet/>
      <dgm:spPr/>
      <dgm:t>
        <a:bodyPr/>
        <a:lstStyle/>
        <a:p>
          <a:endParaRPr lang="en-US"/>
        </a:p>
      </dgm:t>
    </dgm:pt>
    <dgm:pt modelId="{FA8A52BB-88C8-4C6C-BA4B-EEB1FA62F790}">
      <dgm:prSet phldrT="[Text]"/>
      <dgm:spPr/>
      <dgm:t>
        <a:bodyPr/>
        <a:lstStyle/>
        <a:p>
          <a:r>
            <a:rPr lang="vi-VN" dirty="0"/>
            <a:t>Hệ thống có khả năng dự phòng và khôi phục sau sự cố</a:t>
          </a:r>
          <a:endParaRPr lang="en-US" dirty="0"/>
        </a:p>
      </dgm:t>
    </dgm:pt>
    <dgm:pt modelId="{32E650BD-9EC8-4D9E-91C3-E6097F61A90B}" type="parTrans" cxnId="{D48D00F5-2102-4C11-B3BD-11325E8BE405}">
      <dgm:prSet/>
      <dgm:spPr/>
      <dgm:t>
        <a:bodyPr/>
        <a:lstStyle/>
        <a:p>
          <a:endParaRPr lang="en-US"/>
        </a:p>
      </dgm:t>
    </dgm:pt>
    <dgm:pt modelId="{7810E422-9131-44B2-A7B5-ACB6411A0489}" type="sibTrans" cxnId="{D48D00F5-2102-4C11-B3BD-11325E8BE405}">
      <dgm:prSet/>
      <dgm:spPr/>
      <dgm:t>
        <a:bodyPr/>
        <a:lstStyle/>
        <a:p>
          <a:endParaRPr lang="en-US"/>
        </a:p>
      </dgm:t>
    </dgm:pt>
    <dgm:pt modelId="{BB9B2E99-3BDC-4419-829B-06439CB5CA50}">
      <dgm:prSet phldrT="[Text]"/>
      <dgm:spPr/>
      <dgm:t>
        <a:bodyPr/>
        <a:lstStyle/>
        <a:p>
          <a:r>
            <a:rPr lang="vi-VN" dirty="0"/>
            <a:t>Ứng dụng phục hồi hoạt động ổn định sau khi khởi động lại server</a:t>
          </a:r>
          <a:endParaRPr lang="en-US" dirty="0"/>
        </a:p>
      </dgm:t>
    </dgm:pt>
    <dgm:pt modelId="{46020218-621E-4F06-9216-E64C1B57AE7C}" type="parTrans" cxnId="{EE0C7677-CAC8-4A50-982A-4BD2A83AC73E}">
      <dgm:prSet/>
      <dgm:spPr/>
      <dgm:t>
        <a:bodyPr/>
        <a:lstStyle/>
        <a:p>
          <a:endParaRPr lang="en-US"/>
        </a:p>
      </dgm:t>
    </dgm:pt>
    <dgm:pt modelId="{0764808A-C19B-4DF3-A4D8-07D42C28C27B}" type="sibTrans" cxnId="{EE0C7677-CAC8-4A50-982A-4BD2A83AC73E}">
      <dgm:prSet/>
      <dgm:spPr/>
      <dgm:t>
        <a:bodyPr/>
        <a:lstStyle/>
        <a:p>
          <a:endParaRPr lang="en-US"/>
        </a:p>
      </dgm:t>
    </dgm:pt>
    <dgm:pt modelId="{0BA243F8-D6EB-4073-9A29-021371AB95EF}">
      <dgm:prSet phldrT="[Text]"/>
      <dgm:spPr/>
      <dgm:t>
        <a:bodyPr/>
        <a:lstStyle/>
        <a:p>
          <a:r>
            <a:rPr lang="vi-VN" dirty="0"/>
            <a:t>Tính khả dụng</a:t>
          </a:r>
          <a:endParaRPr lang="en-US" dirty="0"/>
        </a:p>
      </dgm:t>
    </dgm:pt>
    <dgm:pt modelId="{F629D889-DB83-4720-88B1-41E19BF57188}" type="parTrans" cxnId="{6F237EE0-61AD-497A-B4BF-AD87074FD25F}">
      <dgm:prSet/>
      <dgm:spPr/>
      <dgm:t>
        <a:bodyPr/>
        <a:lstStyle/>
        <a:p>
          <a:endParaRPr lang="en-US"/>
        </a:p>
      </dgm:t>
    </dgm:pt>
    <dgm:pt modelId="{7F535497-8C76-40C2-93B2-41FA72318E18}" type="sibTrans" cxnId="{6F237EE0-61AD-497A-B4BF-AD87074FD25F}">
      <dgm:prSet/>
      <dgm:spPr/>
      <dgm:t>
        <a:bodyPr/>
        <a:lstStyle/>
        <a:p>
          <a:endParaRPr lang="en-US"/>
        </a:p>
      </dgm:t>
    </dgm:pt>
    <dgm:pt modelId="{5A57A9EC-AC38-4902-ADC7-674BA851C4B6}">
      <dgm:prSet phldrT="[Text]"/>
      <dgm:spPr/>
      <dgm:t>
        <a:bodyPr/>
        <a:lstStyle/>
        <a:p>
          <a:r>
            <a:rPr lang="vi-VN" dirty="0"/>
            <a:t>Hệ thống được thiết kế cho dễ thao tác, sử dụng, làm quen</a:t>
          </a:r>
          <a:endParaRPr lang="en-US" dirty="0"/>
        </a:p>
      </dgm:t>
    </dgm:pt>
    <dgm:pt modelId="{28508C42-A7FF-42EC-81D9-61C37F0F1364}" type="parTrans" cxnId="{C402BFF8-FC24-4937-BAAF-94937A69E997}">
      <dgm:prSet/>
      <dgm:spPr/>
      <dgm:t>
        <a:bodyPr/>
        <a:lstStyle/>
        <a:p>
          <a:endParaRPr lang="en-US"/>
        </a:p>
      </dgm:t>
    </dgm:pt>
    <dgm:pt modelId="{F253CF5F-AEF4-46A7-8543-7646E512D811}" type="sibTrans" cxnId="{C402BFF8-FC24-4937-BAAF-94937A69E997}">
      <dgm:prSet/>
      <dgm:spPr/>
      <dgm:t>
        <a:bodyPr/>
        <a:lstStyle/>
        <a:p>
          <a:endParaRPr lang="en-US"/>
        </a:p>
      </dgm:t>
    </dgm:pt>
    <dgm:pt modelId="{CAADB69A-1ABD-4065-A0FF-FD3C4102D668}">
      <dgm:prSet phldrT="[Text]"/>
      <dgm:spPr/>
      <dgm:t>
        <a:bodyPr/>
        <a:lstStyle/>
        <a:p>
          <a:r>
            <a:rPr lang="en-US" altLang="ja-JP" dirty="0"/>
            <a:t>P</a:t>
          </a:r>
          <a:r>
            <a:rPr lang="vi-VN" dirty="0"/>
            <a:t>hiên đăng nhập có giới hạn thời gian</a:t>
          </a:r>
          <a:endParaRPr lang="en-US" dirty="0"/>
        </a:p>
      </dgm:t>
    </dgm:pt>
    <dgm:pt modelId="{45F3E38A-49BF-431F-B813-0E0256F58B4D}" type="sibTrans" cxnId="{8D463A33-BFD6-4170-84B0-3E086853FF8F}">
      <dgm:prSet/>
      <dgm:spPr/>
      <dgm:t>
        <a:bodyPr/>
        <a:lstStyle/>
        <a:p>
          <a:endParaRPr lang="en-US"/>
        </a:p>
      </dgm:t>
    </dgm:pt>
    <dgm:pt modelId="{1CEB4A1C-405A-4E10-8D76-8381A116A93F}" type="parTrans" cxnId="{8D463A33-BFD6-4170-84B0-3E086853FF8F}">
      <dgm:prSet/>
      <dgm:spPr/>
      <dgm:t>
        <a:bodyPr/>
        <a:lstStyle/>
        <a:p>
          <a:endParaRPr lang="en-US"/>
        </a:p>
      </dgm:t>
    </dgm:pt>
    <dgm:pt modelId="{AFF729E5-1C37-45C7-95FC-E747CA344160}" type="pres">
      <dgm:prSet presAssocID="{B536193E-4F6D-44FA-A43D-D612346A417F}" presName="linear" presStyleCnt="0">
        <dgm:presLayoutVars>
          <dgm:dir/>
          <dgm:resizeHandles val="exact"/>
        </dgm:presLayoutVars>
      </dgm:prSet>
      <dgm:spPr/>
    </dgm:pt>
    <dgm:pt modelId="{E923F6FA-7675-441D-8F31-C9999EAA92D0}" type="pres">
      <dgm:prSet presAssocID="{29B4C78B-F909-4632-B2FB-EE639A72CB67}" presName="comp" presStyleCnt="0"/>
      <dgm:spPr/>
    </dgm:pt>
    <dgm:pt modelId="{D3341A31-15F9-4D31-BAFA-8220E4FFF277}" type="pres">
      <dgm:prSet presAssocID="{29B4C78B-F909-4632-B2FB-EE639A72CB67}" presName="box" presStyleLbl="node1" presStyleIdx="0" presStyleCnt="3"/>
      <dgm:spPr/>
    </dgm:pt>
    <dgm:pt modelId="{49D160A2-7788-44FC-A27F-D9BB9D1B9E2E}" type="pres">
      <dgm:prSet presAssocID="{29B4C78B-F909-4632-B2FB-EE639A72CB67}" presName="img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64000" b="-64000"/>
          </a:stretch>
        </a:blipFill>
      </dgm:spPr>
      <dgm:extLst>
        <a:ext uri="{E40237B7-FDA0-4F09-8148-C483321AD2D9}">
          <dgm14:cNvPr xmlns:dgm14="http://schemas.microsoft.com/office/drawing/2010/diagram" id="0" name="" descr="Shield Cross with solid fill"/>
        </a:ext>
      </dgm:extLst>
    </dgm:pt>
    <dgm:pt modelId="{5EF9FB8F-3B92-4698-8821-F6AB4FA69C26}" type="pres">
      <dgm:prSet presAssocID="{29B4C78B-F909-4632-B2FB-EE639A72CB67}" presName="text" presStyleLbl="node1" presStyleIdx="0" presStyleCnt="3">
        <dgm:presLayoutVars>
          <dgm:bulletEnabled val="1"/>
        </dgm:presLayoutVars>
      </dgm:prSet>
      <dgm:spPr/>
    </dgm:pt>
    <dgm:pt modelId="{CF838DB9-774B-4B2A-846D-FFB666773448}" type="pres">
      <dgm:prSet presAssocID="{0EB8480C-9B1D-4A97-A8E7-68CF9EDFF91D}" presName="spacer" presStyleCnt="0"/>
      <dgm:spPr/>
    </dgm:pt>
    <dgm:pt modelId="{8F26C613-7CB0-4200-A151-C406A23005C3}" type="pres">
      <dgm:prSet presAssocID="{8BDAE599-6711-4011-B6FE-A7F9CE61AB21}" presName="comp" presStyleCnt="0"/>
      <dgm:spPr/>
    </dgm:pt>
    <dgm:pt modelId="{6C3665A8-D3CD-4322-B0B5-43443F71926A}" type="pres">
      <dgm:prSet presAssocID="{8BDAE599-6711-4011-B6FE-A7F9CE61AB21}" presName="box" presStyleLbl="node1" presStyleIdx="1" presStyleCnt="3"/>
      <dgm:spPr/>
    </dgm:pt>
    <dgm:pt modelId="{02402329-7FED-4AB2-8A60-0374A53A857A}" type="pres">
      <dgm:prSet presAssocID="{8BDAE599-6711-4011-B6FE-A7F9CE61AB21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64000" b="-64000"/>
          </a:stretch>
        </a:blipFill>
      </dgm:spPr>
    </dgm:pt>
    <dgm:pt modelId="{A38CB163-AEB0-40C1-BB39-6574C61FAA22}" type="pres">
      <dgm:prSet presAssocID="{8BDAE599-6711-4011-B6FE-A7F9CE61AB21}" presName="text" presStyleLbl="node1" presStyleIdx="1" presStyleCnt="3">
        <dgm:presLayoutVars>
          <dgm:bulletEnabled val="1"/>
        </dgm:presLayoutVars>
      </dgm:prSet>
      <dgm:spPr/>
    </dgm:pt>
    <dgm:pt modelId="{80495E32-DBFD-4182-867D-132349F59F81}" type="pres">
      <dgm:prSet presAssocID="{E1C0F1AD-ED33-4B5C-B9CE-9E4B7BF6CE22}" presName="spacer" presStyleCnt="0"/>
      <dgm:spPr/>
    </dgm:pt>
    <dgm:pt modelId="{4EA52C9E-0385-46C3-A113-14AF3548C31B}" type="pres">
      <dgm:prSet presAssocID="{0BA243F8-D6EB-4073-9A29-021371AB95EF}" presName="comp" presStyleCnt="0"/>
      <dgm:spPr/>
    </dgm:pt>
    <dgm:pt modelId="{DC67227D-4AF6-436C-AD85-87510E314C02}" type="pres">
      <dgm:prSet presAssocID="{0BA243F8-D6EB-4073-9A29-021371AB95EF}" presName="box" presStyleLbl="node1" presStyleIdx="2" presStyleCnt="3"/>
      <dgm:spPr/>
    </dgm:pt>
    <dgm:pt modelId="{B3236639-65F0-4879-86CC-44C960FC9360}" type="pres">
      <dgm:prSet presAssocID="{0BA243F8-D6EB-4073-9A29-021371AB95EF}" presName="img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64000" b="-64000"/>
          </a:stretch>
        </a:blipFill>
      </dgm:spPr>
    </dgm:pt>
    <dgm:pt modelId="{0D7317FF-5D61-4CC5-B56B-EF15573DA33D}" type="pres">
      <dgm:prSet presAssocID="{0BA243F8-D6EB-4073-9A29-021371AB95EF}" presName="text" presStyleLbl="node1" presStyleIdx="2" presStyleCnt="3">
        <dgm:presLayoutVars>
          <dgm:bulletEnabled val="1"/>
        </dgm:presLayoutVars>
      </dgm:prSet>
      <dgm:spPr/>
    </dgm:pt>
  </dgm:ptLst>
  <dgm:cxnLst>
    <dgm:cxn modelId="{7817FA00-6957-4030-8BF2-6DED1440A0B0}" type="presOf" srcId="{B536193E-4F6D-44FA-A43D-D612346A417F}" destId="{AFF729E5-1C37-45C7-95FC-E747CA344160}" srcOrd="0" destOrd="0" presId="urn:microsoft.com/office/officeart/2005/8/layout/vList4"/>
    <dgm:cxn modelId="{06181D07-B5E4-4CD4-8621-750B22517F7E}" type="presOf" srcId="{29B4C78B-F909-4632-B2FB-EE639A72CB67}" destId="{5EF9FB8F-3B92-4698-8821-F6AB4FA69C26}" srcOrd="1" destOrd="0" presId="urn:microsoft.com/office/officeart/2005/8/layout/vList4"/>
    <dgm:cxn modelId="{9753F011-2FC8-4B35-9863-0A5C2F41D62F}" type="presOf" srcId="{446B6996-4F74-460B-853F-4B21295D58A1}" destId="{D3341A31-15F9-4D31-BAFA-8220E4FFF277}" srcOrd="0" destOrd="1" presId="urn:microsoft.com/office/officeart/2005/8/layout/vList4"/>
    <dgm:cxn modelId="{28E00E19-1374-4839-8C9B-90880A5952F4}" srcId="{B536193E-4F6D-44FA-A43D-D612346A417F}" destId="{29B4C78B-F909-4632-B2FB-EE639A72CB67}" srcOrd="0" destOrd="0" parTransId="{96481D60-2AAA-47D7-9687-1E7D222462B7}" sibTransId="{0EB8480C-9B1D-4A97-A8E7-68CF9EDFF91D}"/>
    <dgm:cxn modelId="{06DB4820-32BC-4F5C-B340-5B80E131D1F7}" srcId="{29B4C78B-F909-4632-B2FB-EE639A72CB67}" destId="{446B6996-4F74-460B-853F-4B21295D58A1}" srcOrd="0" destOrd="0" parTransId="{85696FF2-3437-4DD6-9BD5-C76B80F52427}" sibTransId="{43CB6441-29E7-4ED2-9F4A-579F1D217209}"/>
    <dgm:cxn modelId="{5034E624-4E0E-4AC5-961A-8D5145C21637}" type="presOf" srcId="{CAADB69A-1ABD-4065-A0FF-FD3C4102D668}" destId="{D3341A31-15F9-4D31-BAFA-8220E4FFF277}" srcOrd="0" destOrd="2" presId="urn:microsoft.com/office/officeart/2005/8/layout/vList4"/>
    <dgm:cxn modelId="{B216B92F-A632-47B1-B14F-068394D46C62}" type="presOf" srcId="{FA8A52BB-88C8-4C6C-BA4B-EEB1FA62F790}" destId="{6C3665A8-D3CD-4322-B0B5-43443F71926A}" srcOrd="0" destOrd="1" presId="urn:microsoft.com/office/officeart/2005/8/layout/vList4"/>
    <dgm:cxn modelId="{8D463A33-BFD6-4170-84B0-3E086853FF8F}" srcId="{29B4C78B-F909-4632-B2FB-EE639A72CB67}" destId="{CAADB69A-1ABD-4065-A0FF-FD3C4102D668}" srcOrd="1" destOrd="0" parTransId="{1CEB4A1C-405A-4E10-8D76-8381A116A93F}" sibTransId="{45F3E38A-49BF-431F-B813-0E0256F58B4D}"/>
    <dgm:cxn modelId="{03DF8B3E-C479-420C-BD00-C426ED33B20E}" type="presOf" srcId="{BB9B2E99-3BDC-4419-829B-06439CB5CA50}" destId="{6C3665A8-D3CD-4322-B0B5-43443F71926A}" srcOrd="0" destOrd="2" presId="urn:microsoft.com/office/officeart/2005/8/layout/vList4"/>
    <dgm:cxn modelId="{D2F68942-F76F-411C-8BD2-49A6A07F404A}" type="presOf" srcId="{FA8A52BB-88C8-4C6C-BA4B-EEB1FA62F790}" destId="{A38CB163-AEB0-40C1-BB39-6574C61FAA22}" srcOrd="1" destOrd="1" presId="urn:microsoft.com/office/officeart/2005/8/layout/vList4"/>
    <dgm:cxn modelId="{E93BDF65-FFE4-4FB6-ADEC-0628D10E7278}" type="presOf" srcId="{BB9B2E99-3BDC-4419-829B-06439CB5CA50}" destId="{A38CB163-AEB0-40C1-BB39-6574C61FAA22}" srcOrd="1" destOrd="2" presId="urn:microsoft.com/office/officeart/2005/8/layout/vList4"/>
    <dgm:cxn modelId="{48E2E048-61E6-47B2-8BC9-47F5B910812A}" type="presOf" srcId="{8BDAE599-6711-4011-B6FE-A7F9CE61AB21}" destId="{6C3665A8-D3CD-4322-B0B5-43443F71926A}" srcOrd="0" destOrd="0" presId="urn:microsoft.com/office/officeart/2005/8/layout/vList4"/>
    <dgm:cxn modelId="{3B7BE86F-04A5-4935-9158-107BFAF3141C}" type="presOf" srcId="{5A57A9EC-AC38-4902-ADC7-674BA851C4B6}" destId="{DC67227D-4AF6-436C-AD85-87510E314C02}" srcOrd="0" destOrd="1" presId="urn:microsoft.com/office/officeart/2005/8/layout/vList4"/>
    <dgm:cxn modelId="{BFF90F55-3C99-4476-9F09-BBE8DFC69FD0}" srcId="{B536193E-4F6D-44FA-A43D-D612346A417F}" destId="{8BDAE599-6711-4011-B6FE-A7F9CE61AB21}" srcOrd="1" destOrd="0" parTransId="{32C4ACEF-846D-460E-8F4D-A43FA12E83ED}" sibTransId="{E1C0F1AD-ED33-4B5C-B9CE-9E4B7BF6CE22}"/>
    <dgm:cxn modelId="{EE0C7677-CAC8-4A50-982A-4BD2A83AC73E}" srcId="{8BDAE599-6711-4011-B6FE-A7F9CE61AB21}" destId="{BB9B2E99-3BDC-4419-829B-06439CB5CA50}" srcOrd="1" destOrd="0" parTransId="{46020218-621E-4F06-9216-E64C1B57AE7C}" sibTransId="{0764808A-C19B-4DF3-A4D8-07D42C28C27B}"/>
    <dgm:cxn modelId="{E384B477-DD22-4410-941F-ACF0FF701FAD}" type="presOf" srcId="{8BDAE599-6711-4011-B6FE-A7F9CE61AB21}" destId="{A38CB163-AEB0-40C1-BB39-6574C61FAA22}" srcOrd="1" destOrd="0" presId="urn:microsoft.com/office/officeart/2005/8/layout/vList4"/>
    <dgm:cxn modelId="{35E17859-7825-406C-94BD-353C313496C5}" type="presOf" srcId="{0BA243F8-D6EB-4073-9A29-021371AB95EF}" destId="{0D7317FF-5D61-4CC5-B56B-EF15573DA33D}" srcOrd="1" destOrd="0" presId="urn:microsoft.com/office/officeart/2005/8/layout/vList4"/>
    <dgm:cxn modelId="{B74EA5C5-CC81-4BDA-972A-7BBB9428C6AD}" type="presOf" srcId="{29B4C78B-F909-4632-B2FB-EE639A72CB67}" destId="{D3341A31-15F9-4D31-BAFA-8220E4FFF277}" srcOrd="0" destOrd="0" presId="urn:microsoft.com/office/officeart/2005/8/layout/vList4"/>
    <dgm:cxn modelId="{D398EBCA-935E-4C06-A322-2749F13145C2}" type="presOf" srcId="{0BA243F8-D6EB-4073-9A29-021371AB95EF}" destId="{DC67227D-4AF6-436C-AD85-87510E314C02}" srcOrd="0" destOrd="0" presId="urn:microsoft.com/office/officeart/2005/8/layout/vList4"/>
    <dgm:cxn modelId="{71C30ECD-FF39-4001-AA57-7E16D2EAC8E9}" type="presOf" srcId="{446B6996-4F74-460B-853F-4B21295D58A1}" destId="{5EF9FB8F-3B92-4698-8821-F6AB4FA69C26}" srcOrd="1" destOrd="1" presId="urn:microsoft.com/office/officeart/2005/8/layout/vList4"/>
    <dgm:cxn modelId="{6F237EE0-61AD-497A-B4BF-AD87074FD25F}" srcId="{B536193E-4F6D-44FA-A43D-D612346A417F}" destId="{0BA243F8-D6EB-4073-9A29-021371AB95EF}" srcOrd="2" destOrd="0" parTransId="{F629D889-DB83-4720-88B1-41E19BF57188}" sibTransId="{7F535497-8C76-40C2-93B2-41FA72318E18}"/>
    <dgm:cxn modelId="{612F89E6-E387-4603-9193-A9ECD3F079A1}" type="presOf" srcId="{CAADB69A-1ABD-4065-A0FF-FD3C4102D668}" destId="{5EF9FB8F-3B92-4698-8821-F6AB4FA69C26}" srcOrd="1" destOrd="2" presId="urn:microsoft.com/office/officeart/2005/8/layout/vList4"/>
    <dgm:cxn modelId="{D48D00F5-2102-4C11-B3BD-11325E8BE405}" srcId="{8BDAE599-6711-4011-B6FE-A7F9CE61AB21}" destId="{FA8A52BB-88C8-4C6C-BA4B-EEB1FA62F790}" srcOrd="0" destOrd="0" parTransId="{32E650BD-9EC8-4D9E-91C3-E6097F61A90B}" sibTransId="{7810E422-9131-44B2-A7B5-ACB6411A0489}"/>
    <dgm:cxn modelId="{C402BFF8-FC24-4937-BAAF-94937A69E997}" srcId="{0BA243F8-D6EB-4073-9A29-021371AB95EF}" destId="{5A57A9EC-AC38-4902-ADC7-674BA851C4B6}" srcOrd="0" destOrd="0" parTransId="{28508C42-A7FF-42EC-81D9-61C37F0F1364}" sibTransId="{F253CF5F-AEF4-46A7-8543-7646E512D811}"/>
    <dgm:cxn modelId="{BC3760FC-4B68-4B40-97D7-E4A7F8CB9BAD}" type="presOf" srcId="{5A57A9EC-AC38-4902-ADC7-674BA851C4B6}" destId="{0D7317FF-5D61-4CC5-B56B-EF15573DA33D}" srcOrd="1" destOrd="1" presId="urn:microsoft.com/office/officeart/2005/8/layout/vList4"/>
    <dgm:cxn modelId="{F50FC3FB-E645-4F90-B62B-04CC0D292E53}" type="presParOf" srcId="{AFF729E5-1C37-45C7-95FC-E747CA344160}" destId="{E923F6FA-7675-441D-8F31-C9999EAA92D0}" srcOrd="0" destOrd="0" presId="urn:microsoft.com/office/officeart/2005/8/layout/vList4"/>
    <dgm:cxn modelId="{E29CF49D-E11D-4BF1-AFC2-D17E0702793A}" type="presParOf" srcId="{E923F6FA-7675-441D-8F31-C9999EAA92D0}" destId="{D3341A31-15F9-4D31-BAFA-8220E4FFF277}" srcOrd="0" destOrd="0" presId="urn:microsoft.com/office/officeart/2005/8/layout/vList4"/>
    <dgm:cxn modelId="{314C59B7-8D68-42D0-862B-0394D7F24F64}" type="presParOf" srcId="{E923F6FA-7675-441D-8F31-C9999EAA92D0}" destId="{49D160A2-7788-44FC-A27F-D9BB9D1B9E2E}" srcOrd="1" destOrd="0" presId="urn:microsoft.com/office/officeart/2005/8/layout/vList4"/>
    <dgm:cxn modelId="{66BA545D-E360-4B42-B264-A39769225E79}" type="presParOf" srcId="{E923F6FA-7675-441D-8F31-C9999EAA92D0}" destId="{5EF9FB8F-3B92-4698-8821-F6AB4FA69C26}" srcOrd="2" destOrd="0" presId="urn:microsoft.com/office/officeart/2005/8/layout/vList4"/>
    <dgm:cxn modelId="{15E6BBE6-1ED2-43AD-BA8F-770ADBCC27AB}" type="presParOf" srcId="{AFF729E5-1C37-45C7-95FC-E747CA344160}" destId="{CF838DB9-774B-4B2A-846D-FFB666773448}" srcOrd="1" destOrd="0" presId="urn:microsoft.com/office/officeart/2005/8/layout/vList4"/>
    <dgm:cxn modelId="{BD45269C-F3D0-4B11-8D0C-6144FA8F3668}" type="presParOf" srcId="{AFF729E5-1C37-45C7-95FC-E747CA344160}" destId="{8F26C613-7CB0-4200-A151-C406A23005C3}" srcOrd="2" destOrd="0" presId="urn:microsoft.com/office/officeart/2005/8/layout/vList4"/>
    <dgm:cxn modelId="{0288F785-CB59-43A4-AF3E-745E02CD79D0}" type="presParOf" srcId="{8F26C613-7CB0-4200-A151-C406A23005C3}" destId="{6C3665A8-D3CD-4322-B0B5-43443F71926A}" srcOrd="0" destOrd="0" presId="urn:microsoft.com/office/officeart/2005/8/layout/vList4"/>
    <dgm:cxn modelId="{A0F6A7A0-2D0B-4CA9-B9D3-49F77E35A264}" type="presParOf" srcId="{8F26C613-7CB0-4200-A151-C406A23005C3}" destId="{02402329-7FED-4AB2-8A60-0374A53A857A}" srcOrd="1" destOrd="0" presId="urn:microsoft.com/office/officeart/2005/8/layout/vList4"/>
    <dgm:cxn modelId="{36FA06DB-498B-4F46-A164-BC278E813F56}" type="presParOf" srcId="{8F26C613-7CB0-4200-A151-C406A23005C3}" destId="{A38CB163-AEB0-40C1-BB39-6574C61FAA22}" srcOrd="2" destOrd="0" presId="urn:microsoft.com/office/officeart/2005/8/layout/vList4"/>
    <dgm:cxn modelId="{B8D4AFCF-3933-4723-B085-D3445D7FD434}" type="presParOf" srcId="{AFF729E5-1C37-45C7-95FC-E747CA344160}" destId="{80495E32-DBFD-4182-867D-132349F59F81}" srcOrd="3" destOrd="0" presId="urn:microsoft.com/office/officeart/2005/8/layout/vList4"/>
    <dgm:cxn modelId="{795684CF-F1D3-4BD5-9B35-701BD73CAF58}" type="presParOf" srcId="{AFF729E5-1C37-45C7-95FC-E747CA344160}" destId="{4EA52C9E-0385-46C3-A113-14AF3548C31B}" srcOrd="4" destOrd="0" presId="urn:microsoft.com/office/officeart/2005/8/layout/vList4"/>
    <dgm:cxn modelId="{BEEB5446-3788-4E4F-98A3-0284C0877290}" type="presParOf" srcId="{4EA52C9E-0385-46C3-A113-14AF3548C31B}" destId="{DC67227D-4AF6-436C-AD85-87510E314C02}" srcOrd="0" destOrd="0" presId="urn:microsoft.com/office/officeart/2005/8/layout/vList4"/>
    <dgm:cxn modelId="{83C9B076-9CDA-4A79-ABBF-471F24E1205B}" type="presParOf" srcId="{4EA52C9E-0385-46C3-A113-14AF3548C31B}" destId="{B3236639-65F0-4879-86CC-44C960FC9360}" srcOrd="1" destOrd="0" presId="urn:microsoft.com/office/officeart/2005/8/layout/vList4"/>
    <dgm:cxn modelId="{00914B0B-A1AE-43C0-8885-037F0FCAB4CA}" type="presParOf" srcId="{4EA52C9E-0385-46C3-A113-14AF3548C31B}" destId="{0D7317FF-5D61-4CC5-B56B-EF15573DA33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464F5C-E069-40B4-8655-4AA83AD35D20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1F089FC-6896-4A0C-802C-D866AAB7147D}">
      <dgm:prSet/>
      <dgm:spPr/>
      <dgm:t>
        <a:bodyPr/>
        <a:lstStyle/>
        <a:p>
          <a:r>
            <a:rPr lang="vi-VN"/>
            <a:t>Hỗ trợ khách hàng (Live-chat)</a:t>
          </a:r>
          <a:endParaRPr lang="en-US"/>
        </a:p>
      </dgm:t>
    </dgm:pt>
    <dgm:pt modelId="{465279CC-0145-4F8A-B73C-4E08C6134D10}" type="parTrans" cxnId="{33300AB2-4DD5-4CBB-B255-54F83832CAF2}">
      <dgm:prSet/>
      <dgm:spPr/>
      <dgm:t>
        <a:bodyPr/>
        <a:lstStyle/>
        <a:p>
          <a:endParaRPr lang="en-US"/>
        </a:p>
      </dgm:t>
    </dgm:pt>
    <dgm:pt modelId="{338839F7-341D-4544-BDC8-A12F12641026}" type="sibTrans" cxnId="{33300AB2-4DD5-4CBB-B255-54F83832CAF2}">
      <dgm:prSet/>
      <dgm:spPr/>
      <dgm:t>
        <a:bodyPr/>
        <a:lstStyle/>
        <a:p>
          <a:endParaRPr lang="en-US"/>
        </a:p>
      </dgm:t>
    </dgm:pt>
    <dgm:pt modelId="{9F731B85-8230-4AD7-9285-353DF26D9B22}">
      <dgm:prSet/>
      <dgm:spPr/>
      <dgm:t>
        <a:bodyPr/>
        <a:lstStyle/>
        <a:p>
          <a:r>
            <a:rPr lang="vi-VN"/>
            <a:t>Cải thiện tốc độ trang web</a:t>
          </a:r>
          <a:endParaRPr lang="en-US"/>
        </a:p>
      </dgm:t>
    </dgm:pt>
    <dgm:pt modelId="{E5971B70-1260-47EE-8D00-B39CD82C5728}" type="parTrans" cxnId="{968D6F6E-20CB-45B1-9164-EBA258B896BB}">
      <dgm:prSet/>
      <dgm:spPr/>
      <dgm:t>
        <a:bodyPr/>
        <a:lstStyle/>
        <a:p>
          <a:endParaRPr lang="en-US"/>
        </a:p>
      </dgm:t>
    </dgm:pt>
    <dgm:pt modelId="{557E76C8-1D31-41D5-B2DD-C549947801B6}" type="sibTrans" cxnId="{968D6F6E-20CB-45B1-9164-EBA258B896BB}">
      <dgm:prSet/>
      <dgm:spPr/>
      <dgm:t>
        <a:bodyPr/>
        <a:lstStyle/>
        <a:p>
          <a:endParaRPr lang="en-US"/>
        </a:p>
      </dgm:t>
    </dgm:pt>
    <dgm:pt modelId="{3E30E75E-17F4-4602-8788-E3FEE695841A}">
      <dgm:prSet/>
      <dgm:spPr/>
      <dgm:t>
        <a:bodyPr/>
        <a:lstStyle/>
        <a:p>
          <a:r>
            <a:rPr lang="vi-VN"/>
            <a:t>Thanh toán bằng tiền thật</a:t>
          </a:r>
          <a:endParaRPr lang="en-US"/>
        </a:p>
      </dgm:t>
    </dgm:pt>
    <dgm:pt modelId="{05EFEEBD-3575-4B3D-AA63-2A4BEED4B3A6}" type="parTrans" cxnId="{977C17A9-814B-4D56-88D6-720035AA8D5D}">
      <dgm:prSet/>
      <dgm:spPr/>
      <dgm:t>
        <a:bodyPr/>
        <a:lstStyle/>
        <a:p>
          <a:endParaRPr lang="en-US"/>
        </a:p>
      </dgm:t>
    </dgm:pt>
    <dgm:pt modelId="{DF020CA6-9D79-4796-B137-7143BBC8B611}" type="sibTrans" cxnId="{977C17A9-814B-4D56-88D6-720035AA8D5D}">
      <dgm:prSet/>
      <dgm:spPr/>
      <dgm:t>
        <a:bodyPr/>
        <a:lstStyle/>
        <a:p>
          <a:endParaRPr lang="en-US"/>
        </a:p>
      </dgm:t>
    </dgm:pt>
    <dgm:pt modelId="{22E194EE-9FB9-4371-87E7-4384773E8EA5}" type="pres">
      <dgm:prSet presAssocID="{F0464F5C-E069-40B4-8655-4AA83AD35D20}" presName="linear" presStyleCnt="0">
        <dgm:presLayoutVars>
          <dgm:animLvl val="lvl"/>
          <dgm:resizeHandles val="exact"/>
        </dgm:presLayoutVars>
      </dgm:prSet>
      <dgm:spPr/>
    </dgm:pt>
    <dgm:pt modelId="{ED9A6982-4C28-4D46-AABE-608B00144924}" type="pres">
      <dgm:prSet presAssocID="{81F089FC-6896-4A0C-802C-D866AAB7147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72DFF4-A19A-4BE7-95D5-A5455E00DC6C}" type="pres">
      <dgm:prSet presAssocID="{338839F7-341D-4544-BDC8-A12F12641026}" presName="spacer" presStyleCnt="0"/>
      <dgm:spPr/>
    </dgm:pt>
    <dgm:pt modelId="{5FC44FAE-FE31-4755-BC3A-47638A96C30F}" type="pres">
      <dgm:prSet presAssocID="{9F731B85-8230-4AD7-9285-353DF26D9B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1DA791-11A8-4C3C-8C92-C23EB013E21C}" type="pres">
      <dgm:prSet presAssocID="{557E76C8-1D31-41D5-B2DD-C549947801B6}" presName="spacer" presStyleCnt="0"/>
      <dgm:spPr/>
    </dgm:pt>
    <dgm:pt modelId="{9DA741E5-4792-456B-A6A2-F934F23FDC19}" type="pres">
      <dgm:prSet presAssocID="{3E30E75E-17F4-4602-8788-E3FEE695841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8D6F6E-20CB-45B1-9164-EBA258B896BB}" srcId="{F0464F5C-E069-40B4-8655-4AA83AD35D20}" destId="{9F731B85-8230-4AD7-9285-353DF26D9B22}" srcOrd="1" destOrd="0" parTransId="{E5971B70-1260-47EE-8D00-B39CD82C5728}" sibTransId="{557E76C8-1D31-41D5-B2DD-C549947801B6}"/>
    <dgm:cxn modelId="{670EB388-FE4A-4E1F-8A8F-AFD709CF584A}" type="presOf" srcId="{81F089FC-6896-4A0C-802C-D866AAB7147D}" destId="{ED9A6982-4C28-4D46-AABE-608B00144924}" srcOrd="0" destOrd="0" presId="urn:microsoft.com/office/officeart/2005/8/layout/vList2"/>
    <dgm:cxn modelId="{EE67F1A7-A162-4CF8-B607-F6C0B72A1281}" type="presOf" srcId="{9F731B85-8230-4AD7-9285-353DF26D9B22}" destId="{5FC44FAE-FE31-4755-BC3A-47638A96C30F}" srcOrd="0" destOrd="0" presId="urn:microsoft.com/office/officeart/2005/8/layout/vList2"/>
    <dgm:cxn modelId="{977C17A9-814B-4D56-88D6-720035AA8D5D}" srcId="{F0464F5C-E069-40B4-8655-4AA83AD35D20}" destId="{3E30E75E-17F4-4602-8788-E3FEE695841A}" srcOrd="2" destOrd="0" parTransId="{05EFEEBD-3575-4B3D-AA63-2A4BEED4B3A6}" sibTransId="{DF020CA6-9D79-4796-B137-7143BBC8B611}"/>
    <dgm:cxn modelId="{3FF686AB-9D66-4A22-A4AF-C6956A758AC7}" type="presOf" srcId="{3E30E75E-17F4-4602-8788-E3FEE695841A}" destId="{9DA741E5-4792-456B-A6A2-F934F23FDC19}" srcOrd="0" destOrd="0" presId="urn:microsoft.com/office/officeart/2005/8/layout/vList2"/>
    <dgm:cxn modelId="{33300AB2-4DD5-4CBB-B255-54F83832CAF2}" srcId="{F0464F5C-E069-40B4-8655-4AA83AD35D20}" destId="{81F089FC-6896-4A0C-802C-D866AAB7147D}" srcOrd="0" destOrd="0" parTransId="{465279CC-0145-4F8A-B73C-4E08C6134D10}" sibTransId="{338839F7-341D-4544-BDC8-A12F12641026}"/>
    <dgm:cxn modelId="{7E67A6F6-4871-4FD1-93B6-F3F20DB1353D}" type="presOf" srcId="{F0464F5C-E069-40B4-8655-4AA83AD35D20}" destId="{22E194EE-9FB9-4371-87E7-4384773E8EA5}" srcOrd="0" destOrd="0" presId="urn:microsoft.com/office/officeart/2005/8/layout/vList2"/>
    <dgm:cxn modelId="{B029889D-2246-4FFC-9E5F-C78F41A9CAA6}" type="presParOf" srcId="{22E194EE-9FB9-4371-87E7-4384773E8EA5}" destId="{ED9A6982-4C28-4D46-AABE-608B00144924}" srcOrd="0" destOrd="0" presId="urn:microsoft.com/office/officeart/2005/8/layout/vList2"/>
    <dgm:cxn modelId="{B12EC87C-6353-4C85-98AA-E06A1BC87E7C}" type="presParOf" srcId="{22E194EE-9FB9-4371-87E7-4384773E8EA5}" destId="{0572DFF4-A19A-4BE7-95D5-A5455E00DC6C}" srcOrd="1" destOrd="0" presId="urn:microsoft.com/office/officeart/2005/8/layout/vList2"/>
    <dgm:cxn modelId="{23B64D84-BF84-4D6E-9F1D-DCFB6BAA23F8}" type="presParOf" srcId="{22E194EE-9FB9-4371-87E7-4384773E8EA5}" destId="{5FC44FAE-FE31-4755-BC3A-47638A96C30F}" srcOrd="2" destOrd="0" presId="urn:microsoft.com/office/officeart/2005/8/layout/vList2"/>
    <dgm:cxn modelId="{DF012E7E-D7B2-4E0B-AEDC-B82AE96F0E2A}" type="presParOf" srcId="{22E194EE-9FB9-4371-87E7-4384773E8EA5}" destId="{901DA791-11A8-4C3C-8C92-C23EB013E21C}" srcOrd="3" destOrd="0" presId="urn:microsoft.com/office/officeart/2005/8/layout/vList2"/>
    <dgm:cxn modelId="{EF089ECB-A45A-4173-AB6E-3F8BFC52C400}" type="presParOf" srcId="{22E194EE-9FB9-4371-87E7-4384773E8EA5}" destId="{9DA741E5-4792-456B-A6A2-F934F23FDC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6C803-548E-41E5-A1FE-F69C62536732}">
      <dsp:nvSpPr>
        <dsp:cNvPr id="0" name=""/>
        <dsp:cNvSpPr/>
      </dsp:nvSpPr>
      <dsp:spPr>
        <a:xfrm>
          <a:off x="3883421" y="2065121"/>
          <a:ext cx="1986359" cy="945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212"/>
              </a:lnTo>
              <a:lnTo>
                <a:pt x="1986359" y="644212"/>
              </a:lnTo>
              <a:lnTo>
                <a:pt x="1986359" y="9453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3F3CF7-93A0-4DC1-B5BA-1DFD96C41292}">
      <dsp:nvSpPr>
        <dsp:cNvPr id="0" name=""/>
        <dsp:cNvSpPr/>
      </dsp:nvSpPr>
      <dsp:spPr>
        <a:xfrm>
          <a:off x="1897062" y="2065121"/>
          <a:ext cx="1986359" cy="945326"/>
        </a:xfrm>
        <a:custGeom>
          <a:avLst/>
          <a:gdLst/>
          <a:ahLst/>
          <a:cxnLst/>
          <a:rect l="0" t="0" r="0" b="0"/>
          <a:pathLst>
            <a:path>
              <a:moveTo>
                <a:pt x="1986359" y="0"/>
              </a:moveTo>
              <a:lnTo>
                <a:pt x="1986359" y="644212"/>
              </a:lnTo>
              <a:lnTo>
                <a:pt x="0" y="644212"/>
              </a:lnTo>
              <a:lnTo>
                <a:pt x="0" y="9453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E6EF4-CA32-4B17-888C-A0F6A22B3EF1}">
      <dsp:nvSpPr>
        <dsp:cNvPr id="0" name=""/>
        <dsp:cNvSpPr/>
      </dsp:nvSpPr>
      <dsp:spPr>
        <a:xfrm>
          <a:off x="2258218" y="1113"/>
          <a:ext cx="3250406" cy="2064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75C6B-4411-4408-815E-369288C49BFC}">
      <dsp:nvSpPr>
        <dsp:cNvPr id="0" name=""/>
        <dsp:cNvSpPr/>
      </dsp:nvSpPr>
      <dsp:spPr>
        <a:xfrm>
          <a:off x="2619375" y="344211"/>
          <a:ext cx="3250406" cy="2064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20 </a:t>
          </a:r>
          <a:r>
            <a:rPr lang="en-US" sz="5400" kern="1200" dirty="0" err="1"/>
            <a:t>Usecase</a:t>
          </a:r>
          <a:endParaRPr lang="en-US" sz="5400" kern="1200" dirty="0"/>
        </a:p>
      </dsp:txBody>
      <dsp:txXfrm>
        <a:off x="2679828" y="404664"/>
        <a:ext cx="3129500" cy="1943101"/>
      </dsp:txXfrm>
    </dsp:sp>
    <dsp:sp modelId="{C204E395-3077-4E34-A37D-30B73CB3624E}">
      <dsp:nvSpPr>
        <dsp:cNvPr id="0" name=""/>
        <dsp:cNvSpPr/>
      </dsp:nvSpPr>
      <dsp:spPr>
        <a:xfrm>
          <a:off x="271859" y="3010447"/>
          <a:ext cx="3250406" cy="2064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CFDC9-5996-4F93-8BC6-5BFCEE5EC472}">
      <dsp:nvSpPr>
        <dsp:cNvPr id="0" name=""/>
        <dsp:cNvSpPr/>
      </dsp:nvSpPr>
      <dsp:spPr>
        <a:xfrm>
          <a:off x="633015" y="3353545"/>
          <a:ext cx="3250406" cy="2064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12 User</a:t>
          </a:r>
        </a:p>
      </dsp:txBody>
      <dsp:txXfrm>
        <a:off x="693468" y="3413998"/>
        <a:ext cx="3129500" cy="1943101"/>
      </dsp:txXfrm>
    </dsp:sp>
    <dsp:sp modelId="{D5DA9995-C4FE-4013-8FAB-5AE04DC37833}">
      <dsp:nvSpPr>
        <dsp:cNvPr id="0" name=""/>
        <dsp:cNvSpPr/>
      </dsp:nvSpPr>
      <dsp:spPr>
        <a:xfrm>
          <a:off x="4244578" y="3010447"/>
          <a:ext cx="3250406" cy="2064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AADCC-C85E-4A37-B3FE-2BEDE806E0F5}">
      <dsp:nvSpPr>
        <dsp:cNvPr id="0" name=""/>
        <dsp:cNvSpPr/>
      </dsp:nvSpPr>
      <dsp:spPr>
        <a:xfrm>
          <a:off x="4605734" y="3353545"/>
          <a:ext cx="3250406" cy="2064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8 Admin</a:t>
          </a:r>
        </a:p>
      </dsp:txBody>
      <dsp:txXfrm>
        <a:off x="4666187" y="3413998"/>
        <a:ext cx="3129500" cy="19431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41A31-15F9-4D31-BAFA-8220E4FFF277}">
      <dsp:nvSpPr>
        <dsp:cNvPr id="0" name=""/>
        <dsp:cNvSpPr/>
      </dsp:nvSpPr>
      <dsp:spPr>
        <a:xfrm>
          <a:off x="0" y="0"/>
          <a:ext cx="10753725" cy="1177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Tính bảo </a:t>
          </a:r>
          <a:r>
            <a:rPr lang="en-US" altLang="ja-JP" sz="2300" kern="1200" dirty="0" err="1"/>
            <a:t>mật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Mật khẩu được mã hóa trong DB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ja-JP" sz="1800" kern="1200" dirty="0"/>
            <a:t>P</a:t>
          </a:r>
          <a:r>
            <a:rPr lang="vi-VN" sz="1800" kern="1200" dirty="0"/>
            <a:t>hiên đăng nhập có giới hạn thời gian</a:t>
          </a:r>
          <a:endParaRPr lang="en-US" sz="1800" kern="1200" dirty="0"/>
        </a:p>
      </dsp:txBody>
      <dsp:txXfrm>
        <a:off x="2268468" y="0"/>
        <a:ext cx="8485256" cy="1177230"/>
      </dsp:txXfrm>
    </dsp:sp>
    <dsp:sp modelId="{49D160A2-7788-44FC-A27F-D9BB9D1B9E2E}">
      <dsp:nvSpPr>
        <dsp:cNvPr id="0" name=""/>
        <dsp:cNvSpPr/>
      </dsp:nvSpPr>
      <dsp:spPr>
        <a:xfrm>
          <a:off x="117723" y="117723"/>
          <a:ext cx="2150745" cy="9417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64000" b="-6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665A8-D3CD-4322-B0B5-43443F71926A}">
      <dsp:nvSpPr>
        <dsp:cNvPr id="0" name=""/>
        <dsp:cNvSpPr/>
      </dsp:nvSpPr>
      <dsp:spPr>
        <a:xfrm>
          <a:off x="0" y="1294953"/>
          <a:ext cx="10753725" cy="1177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Tính sẵn sàng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Hệ thống có khả năng dự phòng và khôi phục sau sự cố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Ứng dụng phục hồi hoạt động ổn định sau khi khởi động lại server</a:t>
          </a:r>
          <a:endParaRPr lang="en-US" sz="1800" kern="1200" dirty="0"/>
        </a:p>
      </dsp:txBody>
      <dsp:txXfrm>
        <a:off x="2268468" y="1294953"/>
        <a:ext cx="8485256" cy="1177230"/>
      </dsp:txXfrm>
    </dsp:sp>
    <dsp:sp modelId="{02402329-7FED-4AB2-8A60-0374A53A857A}">
      <dsp:nvSpPr>
        <dsp:cNvPr id="0" name=""/>
        <dsp:cNvSpPr/>
      </dsp:nvSpPr>
      <dsp:spPr>
        <a:xfrm>
          <a:off x="117723" y="1412676"/>
          <a:ext cx="2150745" cy="9417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64000" b="-6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7227D-4AF6-436C-AD85-87510E314C02}">
      <dsp:nvSpPr>
        <dsp:cNvPr id="0" name=""/>
        <dsp:cNvSpPr/>
      </dsp:nvSpPr>
      <dsp:spPr>
        <a:xfrm>
          <a:off x="0" y="2589906"/>
          <a:ext cx="10753725" cy="11772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Tính khả dụng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Hệ thống được thiết kế cho dễ thao tác, sử dụng, làm quen</a:t>
          </a:r>
          <a:endParaRPr lang="en-US" sz="1800" kern="1200" dirty="0"/>
        </a:p>
      </dsp:txBody>
      <dsp:txXfrm>
        <a:off x="2268468" y="2589906"/>
        <a:ext cx="8485256" cy="1177230"/>
      </dsp:txXfrm>
    </dsp:sp>
    <dsp:sp modelId="{B3236639-65F0-4879-86CC-44C960FC9360}">
      <dsp:nvSpPr>
        <dsp:cNvPr id="0" name=""/>
        <dsp:cNvSpPr/>
      </dsp:nvSpPr>
      <dsp:spPr>
        <a:xfrm>
          <a:off x="117723" y="2707629"/>
          <a:ext cx="2150745" cy="94178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64000" b="-6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A6982-4C28-4D46-AABE-608B00144924}">
      <dsp:nvSpPr>
        <dsp:cNvPr id="0" name=""/>
        <dsp:cNvSpPr/>
      </dsp:nvSpPr>
      <dsp:spPr>
        <a:xfrm>
          <a:off x="0" y="10599"/>
          <a:ext cx="6254724" cy="17374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500" kern="1200"/>
            <a:t>Hỗ trợ khách hàng (Live-chat)</a:t>
          </a:r>
          <a:endParaRPr lang="en-US" sz="4500" kern="1200"/>
        </a:p>
      </dsp:txBody>
      <dsp:txXfrm>
        <a:off x="84815" y="95414"/>
        <a:ext cx="6085094" cy="1567820"/>
      </dsp:txXfrm>
    </dsp:sp>
    <dsp:sp modelId="{5FC44FAE-FE31-4755-BC3A-47638A96C30F}">
      <dsp:nvSpPr>
        <dsp:cNvPr id="0" name=""/>
        <dsp:cNvSpPr/>
      </dsp:nvSpPr>
      <dsp:spPr>
        <a:xfrm>
          <a:off x="0" y="1877650"/>
          <a:ext cx="6254724" cy="1737450"/>
        </a:xfrm>
        <a:prstGeom prst="roundRect">
          <a:avLst/>
        </a:prstGeom>
        <a:solidFill>
          <a:schemeClr val="accent5">
            <a:hueOff val="2430022"/>
            <a:satOff val="859"/>
            <a:lumOff val="7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500" kern="1200"/>
            <a:t>Cải thiện tốc độ trang web</a:t>
          </a:r>
          <a:endParaRPr lang="en-US" sz="4500" kern="1200"/>
        </a:p>
      </dsp:txBody>
      <dsp:txXfrm>
        <a:off x="84815" y="1962465"/>
        <a:ext cx="6085094" cy="1567820"/>
      </dsp:txXfrm>
    </dsp:sp>
    <dsp:sp modelId="{9DA741E5-4792-456B-A6A2-F934F23FDC19}">
      <dsp:nvSpPr>
        <dsp:cNvPr id="0" name=""/>
        <dsp:cNvSpPr/>
      </dsp:nvSpPr>
      <dsp:spPr>
        <a:xfrm>
          <a:off x="0" y="3744699"/>
          <a:ext cx="6254724" cy="1737450"/>
        </a:xfrm>
        <a:prstGeom prst="roundRect">
          <a:avLst/>
        </a:prstGeom>
        <a:solidFill>
          <a:schemeClr val="accent5">
            <a:hueOff val="4860045"/>
            <a:satOff val="1718"/>
            <a:lumOff val="152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500" kern="1200"/>
            <a:t>Thanh toán bằng tiền thật</a:t>
          </a:r>
          <a:endParaRPr lang="en-US" sz="4500" kern="1200"/>
        </a:p>
      </dsp:txBody>
      <dsp:txXfrm>
        <a:off x="84815" y="3829514"/>
        <a:ext cx="6085094" cy="1567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0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707 569 230,'-258'-189'190,"156"107"-204,0-2-18,-12-13 84,-16-19-128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06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356 405 300,'-254'-292'-112,"153"180"-72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2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2388,'-5'6'356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22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2094,'0'0'2185,"-4"8"-5474,1 0 2303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2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2258,'-20'6'-1350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2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1724,'-12'27'-712,"14"-14"-296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6:02:2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1768,'0'0'1460,"-18"38"4995,10-5-5350,9-26-1698,-1 14-1905,0-21 2300,-1 1 0,1-1 1,0 0-1,0 1 0,0-1 0,-1 0 0,1 1 0,0-1 0,0 0 1,-1 1-1,1-1 0,0 0 0,-1 1 0,1-1 0,0 0 0,-1 0 0,1 0 1,0 1-1,-1-1 0,1 0 0,-1 0 0,1 0 0,0 0 0,-1 0 1,1 0-1,-1 1 0,1-1 0,-1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0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9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3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5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2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1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01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2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2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8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3" Type="http://schemas.openxmlformats.org/officeDocument/2006/relationships/diagramLayout" Target="../diagrams/layout3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diagramData" Target="../diagrams/data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customXml" Target="../ink/ink5.xml"/><Relationship Id="rId5" Type="http://schemas.openxmlformats.org/officeDocument/2006/relationships/diagramColors" Target="../diagrams/colors3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3.xml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ow to build &amp; analyze a Lottery">
            <a:extLst>
              <a:ext uri="{FF2B5EF4-FFF2-40B4-BE49-F238E27FC236}">
                <a16:creationId xmlns:a16="http://schemas.microsoft.com/office/drawing/2014/main" id="{90EAF254-9AD9-2397-C519-52E0D4118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0" b="1021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C5439-AC80-1AD0-4140-C011AEF5E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5267" y="3153104"/>
            <a:ext cx="7700933" cy="3019095"/>
          </a:xfrm>
        </p:spPr>
        <p:txBody>
          <a:bodyPr anchor="b">
            <a:normAutofit/>
          </a:bodyPr>
          <a:lstStyle/>
          <a:p>
            <a:pPr algn="r"/>
            <a:r>
              <a:rPr lang="vi-VN" sz="6600" b="1" dirty="0"/>
              <a:t>Fortuna Lotto</a:t>
            </a: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38671-989A-E1B9-FE82-B25586012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1034218"/>
            <a:ext cx="3886200" cy="108466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“Let’s go gambling”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282E0C-6A23-4633-2271-785DA56DA0D0}"/>
                  </a:ext>
                </a:extLst>
              </p14:cNvPr>
              <p14:cNvContentPartPr/>
              <p14:nvPr/>
            </p14:nvContentPartPr>
            <p14:xfrm>
              <a:off x="1497783" y="6611015"/>
              <a:ext cx="254520" cy="204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282E0C-6A23-4633-2271-785DA56DA0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1663" y="6604895"/>
                <a:ext cx="2667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009621-7CC9-D755-D870-2BD4750F5EE7}"/>
                  </a:ext>
                </a:extLst>
              </p14:cNvPr>
              <p14:cNvContentPartPr/>
              <p14:nvPr/>
            </p14:nvContentPartPr>
            <p14:xfrm>
              <a:off x="728463" y="5833055"/>
              <a:ext cx="128160" cy="14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009621-7CC9-D755-D870-2BD4750F5E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2343" y="5826935"/>
                <a:ext cx="140400" cy="1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199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0483F-3BD7-5B61-09D9-72464460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r>
              <a:rPr lang="vi-VN">
                <a:solidFill>
                  <a:srgbClr val="FFFFFF"/>
                </a:solidFill>
              </a:rPr>
              <a:t>Tổng quan dự án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9C58-7E45-F6B4-F1E4-F11701908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r>
              <a:rPr lang="vi-VN" dirty="0"/>
              <a:t>Tổng quan dự án</a:t>
            </a:r>
          </a:p>
          <a:p>
            <a:r>
              <a:rPr lang="vi-VN" dirty="0"/>
              <a:t>Đặc tả yêu cầu phần mềm</a:t>
            </a:r>
          </a:p>
          <a:p>
            <a:r>
              <a:rPr lang="vi-VN" dirty="0"/>
              <a:t>Thiết kế phần mềm</a:t>
            </a:r>
          </a:p>
          <a:p>
            <a:r>
              <a:rPr lang="vi-VN" dirty="0"/>
              <a:t>Kiểm thử phần mềm</a:t>
            </a:r>
          </a:p>
          <a:p>
            <a:r>
              <a:rPr lang="vi-VN" dirty="0"/>
              <a:t>Demo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97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9D77-7D4D-1D33-A642-76C0CF66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6B196C-0B4B-A33E-C924-FBCB677B3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195653"/>
              </p:ext>
            </p:extLst>
          </p:nvPr>
        </p:nvGraphicFramePr>
        <p:xfrm>
          <a:off x="676275" y="2011363"/>
          <a:ext cx="10753725" cy="3767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6D17F6-6FE0-0E28-B998-595B79CD8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418292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7825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0CBF-7ECE-A12E-52D5-2F9AF841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Danh sách usecase của 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0055-C01C-83CA-DABA-A801543C2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4592461" cy="37661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Đăng ký tài khoản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Đăng nhập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Khôi phục / Đổi mật khẩu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Đăng xuất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Xem / Cập nhật Hồ sơ người dùng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Quản lý phương thức thanh toán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Nạp tiền vào số dư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Xem lịch sử giao dịch cá nhân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39BC9E-EC4C-56BF-4B50-E4B51681705D}"/>
              </a:ext>
            </a:extLst>
          </p:cNvPr>
          <p:cNvSpPr txBox="1">
            <a:spLocks/>
          </p:cNvSpPr>
          <p:nvPr/>
        </p:nvSpPr>
        <p:spPr>
          <a:xfrm>
            <a:off x="6096000" y="2084706"/>
            <a:ext cx="4592461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Xem &amp; Tìm kiếm vé số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Mua vé đơn lẻ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Mua vé hàng loạt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dirty="0"/>
              <a:t>Xem lịch sử vé đã mua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5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A426F-5C45-3570-9B6F-66104F29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E3BFC-01EF-D18E-424A-C0A2BAF6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vi-VN">
                <a:solidFill>
                  <a:srgbClr val="FFFFFF"/>
                </a:solidFill>
              </a:rPr>
              <a:t>Danh sách usecase của Admin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C2ED-168E-35F9-4E29-DCBAB9C25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Xem &amp; Tìm kiếm người dùng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Thêm / Sửa thông tin người dùng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Xuất dữ liệu người dùng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Tạo / Quản lý vé số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Cập nhật giá vé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Phát hành / Công bố vé số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Tìm kiếm / Lọc vé (Admin)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1500"/>
              <a:t>Xem toàn bộ các giao dịch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1024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E516-1C79-BCD7-F466-FA876A35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Yêu cầu phi chức năng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D9F827-501D-3DC3-105B-56FCAC78F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022231"/>
              </p:ext>
            </p:extLst>
          </p:nvPr>
        </p:nvGraphicFramePr>
        <p:xfrm>
          <a:off x="676275" y="2011363"/>
          <a:ext cx="10753725" cy="3767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7F2D5C-319C-2991-635C-09C77BBED759}"/>
                  </a:ext>
                </a:extLst>
              </p14:cNvPr>
              <p14:cNvContentPartPr/>
              <p14:nvPr/>
            </p14:nvContentPartPr>
            <p14:xfrm>
              <a:off x="1608303" y="3838295"/>
              <a:ext cx="2160" cy="2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7F2D5C-319C-2991-635C-09C77BBED7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2183" y="3832175"/>
                <a:ext cx="144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647980-00FD-115B-AD54-7DE73677B9B4}"/>
                  </a:ext>
                </a:extLst>
              </p14:cNvPr>
              <p14:cNvContentPartPr/>
              <p14:nvPr/>
            </p14:nvContentPartPr>
            <p14:xfrm>
              <a:off x="1832583" y="3498455"/>
              <a:ext cx="2880" cy="6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647980-00FD-115B-AD54-7DE73677B9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26463" y="3492335"/>
                <a:ext cx="1512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F5A051-5E5A-4239-EB75-2B63A696082F}"/>
                  </a:ext>
                </a:extLst>
              </p14:cNvPr>
              <p14:cNvContentPartPr/>
              <p14:nvPr/>
            </p14:nvContentPartPr>
            <p14:xfrm>
              <a:off x="1835823" y="3616895"/>
              <a:ext cx="7560" cy="2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F5A051-5E5A-4239-EB75-2B63A696082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29703" y="3610775"/>
                <a:ext cx="1980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B119B0-5170-9A04-5877-6F327ED87C8B}"/>
                  </a:ext>
                </a:extLst>
              </p14:cNvPr>
              <p14:cNvContentPartPr/>
              <p14:nvPr/>
            </p14:nvContentPartPr>
            <p14:xfrm>
              <a:off x="1844463" y="3660455"/>
              <a:ext cx="4680" cy="1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B119B0-5170-9A04-5877-6F327ED87C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38343" y="3654335"/>
                <a:ext cx="169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0E84CB-94CF-EADA-BB36-F13AC9BD8E20}"/>
                  </a:ext>
                </a:extLst>
              </p14:cNvPr>
              <p14:cNvContentPartPr/>
              <p14:nvPr/>
            </p14:nvContentPartPr>
            <p14:xfrm>
              <a:off x="1834743" y="4198295"/>
              <a:ext cx="12960" cy="38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0E84CB-94CF-EADA-BB36-F13AC9BD8E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28623" y="4192175"/>
                <a:ext cx="2520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20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A52B-A77C-DD60-0D97-02DAE69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Thiết kế phần mềm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12EA-48C6-5554-8C1A-0E5C428B9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Kiến trúc ứng dụng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mô hìn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MVC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2D9AC-09C0-2A3E-8DAA-C2560B462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4386" y="1594366"/>
            <a:ext cx="2453017" cy="440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5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B1886-3766-E3E5-1163-D20C23C4D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89" y="792163"/>
            <a:ext cx="11234485" cy="6217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55D1A1-AD9F-438F-B4BE-0D73D122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81"/>
            <a:ext cx="10772775" cy="1658198"/>
          </a:xfrm>
        </p:spPr>
        <p:txBody>
          <a:bodyPr/>
          <a:lstStyle/>
          <a:p>
            <a:r>
              <a:rPr lang="vi-VN" dirty="0"/>
              <a:t>Thiết kế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74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B54F-4E87-2853-7AE1-B44DA597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A74ADB-D117-B2C7-E527-5659F4EC6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07" y="0"/>
            <a:ext cx="100179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F50A4A-3E8C-5693-C18C-2F1863B7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81"/>
            <a:ext cx="10772775" cy="1658198"/>
          </a:xfrm>
        </p:spPr>
        <p:txBody>
          <a:bodyPr/>
          <a:lstStyle/>
          <a:p>
            <a:r>
              <a:rPr lang="vi-VN" dirty="0"/>
              <a:t>Thiết kế Sơ đồ lớp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B05F26-EB5D-6BCE-47BA-27C52E603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8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5B19-A4C6-6EF6-EBC6-CD31DBAE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D401-09AA-0438-F84E-58DA6B8D1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3118104" cy="3766185"/>
          </a:xfrm>
        </p:spPr>
        <p:txBody>
          <a:bodyPr/>
          <a:lstStyle/>
          <a:p>
            <a:r>
              <a:rPr lang="en-US" dirty="0"/>
              <a:t>1. Unit test</a:t>
            </a:r>
          </a:p>
          <a:p>
            <a:r>
              <a:rPr lang="en-US" dirty="0"/>
              <a:t>2. System test</a:t>
            </a:r>
          </a:p>
          <a:p>
            <a:r>
              <a:rPr lang="en-US" dirty="0"/>
              <a:t>3. Automation test</a:t>
            </a:r>
          </a:p>
        </p:txBody>
      </p:sp>
      <p:pic>
        <p:nvPicPr>
          <p:cNvPr id="1026" name="Picture 2" descr="cấu trúc mô hình chữ v">
            <a:extLst>
              <a:ext uri="{FF2B5EF4-FFF2-40B4-BE49-F238E27FC236}">
                <a16:creationId xmlns:a16="http://schemas.microsoft.com/office/drawing/2014/main" id="{31C18D5F-898F-F41E-3E8F-A2D8858E0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794760" y="801108"/>
            <a:ext cx="7856465" cy="441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98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711D-F725-AFB6-C1F8-3B8479CE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1EE7-2FC6-1AAA-55DD-670E5D5F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AA876-B76F-1F69-16E7-49FECC702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3118104" cy="3766185"/>
          </a:xfrm>
        </p:spPr>
        <p:txBody>
          <a:bodyPr/>
          <a:lstStyle/>
          <a:p>
            <a:r>
              <a:rPr lang="en-US" dirty="0"/>
              <a:t>1. Unit test</a:t>
            </a:r>
          </a:p>
          <a:p>
            <a:r>
              <a:rPr lang="en-US" dirty="0"/>
              <a:t>2. System test</a:t>
            </a:r>
          </a:p>
          <a:p>
            <a:r>
              <a:rPr lang="en-US" dirty="0"/>
              <a:t>3. Automation test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E0CA04-E97D-B528-81A4-58913F1FB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94760" y="1612934"/>
            <a:ext cx="7856465" cy="279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17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738E525B-CC61-44CA-83E8-6CC4CB86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guide to the best rewards points credit cards of 2024 | Fox Business">
            <a:extLst>
              <a:ext uri="{FF2B5EF4-FFF2-40B4-BE49-F238E27FC236}">
                <a16:creationId xmlns:a16="http://schemas.microsoft.com/office/drawing/2014/main" id="{338F969C-9045-92B8-9C17-4D31A3CAE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3" r="22899"/>
          <a:stretch>
            <a:fillRect/>
          </a:stretch>
        </p:blipFill>
        <p:spPr bwMode="auto">
          <a:xfrm>
            <a:off x="20" y="3579"/>
            <a:ext cx="6014565" cy="685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Rectangle 1037">
            <a:extLst>
              <a:ext uri="{FF2B5EF4-FFF2-40B4-BE49-F238E27FC236}">
                <a16:creationId xmlns:a16="http://schemas.microsoft.com/office/drawing/2014/main" id="{96EEF187-8434-4B76-BE40-006EEBB26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4585" cy="6858000"/>
          </a:xfrm>
          <a:prstGeom prst="rect">
            <a:avLst/>
          </a:prstGeom>
          <a:solidFill>
            <a:schemeClr val="bg1">
              <a:lumMod val="95000"/>
              <a:lumOff val="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9FD80-2C31-F430-D10C-447E14764137}"/>
              </a:ext>
            </a:extLst>
          </p:cNvPr>
          <p:cNvSpPr txBox="1"/>
          <p:nvPr/>
        </p:nvSpPr>
        <p:spPr>
          <a:xfrm>
            <a:off x="1021543" y="1480782"/>
            <a:ext cx="3971498" cy="3896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spc="-1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Đề xuất</a:t>
            </a:r>
          </a:p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5400" spc="-12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 descr="stocks going up Meme Generator - Imgflip">
            <a:extLst>
              <a:ext uri="{FF2B5EF4-FFF2-40B4-BE49-F238E27FC236}">
                <a16:creationId xmlns:a16="http://schemas.microsoft.com/office/drawing/2014/main" id="{E04F1E82-D5AE-ECE4-90AB-70ABF6B48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5" r="-3" b="-3"/>
          <a:stretch>
            <a:fillRect/>
          </a:stretch>
        </p:blipFill>
        <p:spPr bwMode="auto">
          <a:xfrm>
            <a:off x="6883401" y="803191"/>
            <a:ext cx="4516920" cy="238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051F-ACB3-F08A-3104-0C7704ECF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1" y="3676052"/>
            <a:ext cx="4516920" cy="2375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Chức năng mua, bán vé số</a:t>
            </a:r>
          </a:p>
          <a:p>
            <a:r>
              <a:rPr lang="en-US" sz="2000"/>
              <a:t>Theo dõi tình hình tài chính</a:t>
            </a:r>
          </a:p>
          <a:p>
            <a:r>
              <a:rPr lang="en-US" sz="2000"/>
              <a:t>Cập nhật nhanh, tự động</a:t>
            </a:r>
          </a:p>
          <a:p>
            <a:r>
              <a:rPr lang="en-US" sz="2000"/>
              <a:t>Giao diện dễ thao tác</a:t>
            </a:r>
          </a:p>
        </p:txBody>
      </p:sp>
    </p:spTree>
    <p:extLst>
      <p:ext uri="{BB962C8B-B14F-4D97-AF65-F5344CB8AC3E}">
        <p14:creationId xmlns:p14="http://schemas.microsoft.com/office/powerpoint/2010/main" val="607845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CE4C4-2B57-B4EB-5E71-9B0F5489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vi-VN" sz="6000">
                <a:solidFill>
                  <a:srgbClr val="FFFFFF"/>
                </a:solidFill>
              </a:rPr>
              <a:t>Cải thiện</a:t>
            </a:r>
            <a:endParaRPr lang="en-US" sz="6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3E30B0-7760-4319-E224-6B1177ABD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626530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325092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2280</TotalTime>
  <Words>324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Metropolitan</vt:lpstr>
      <vt:lpstr>Fortuna Lotto</vt:lpstr>
      <vt:lpstr>Tổng quan dự án</vt:lpstr>
      <vt:lpstr>Usecase</vt:lpstr>
      <vt:lpstr>Danh sách usecase của User</vt:lpstr>
      <vt:lpstr>Danh sách usecase của Admin</vt:lpstr>
      <vt:lpstr>Yêu cầu phi chức năng</vt:lpstr>
      <vt:lpstr>Thiết kế phần mềm</vt:lpstr>
      <vt:lpstr>Thiết kế Database</vt:lpstr>
      <vt:lpstr>Thiết kế Sơ đồ lớp</vt:lpstr>
      <vt:lpstr>Testing</vt:lpstr>
      <vt:lpstr>Testing</vt:lpstr>
      <vt:lpstr>PowerPoint Presentation</vt:lpstr>
      <vt:lpstr>Cải thiện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Obscurus Lux</dc:creator>
  <cp:lastModifiedBy>Obscurus Lux</cp:lastModifiedBy>
  <cp:revision>18</cp:revision>
  <dcterms:created xsi:type="dcterms:W3CDTF">2026-05-18T08:35:32Z</dcterms:created>
  <dcterms:modified xsi:type="dcterms:W3CDTF">2026-06-18T07:23:00Z</dcterms:modified>
</cp:coreProperties>
</file>